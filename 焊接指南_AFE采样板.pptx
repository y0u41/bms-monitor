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0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63" y="1325880"/>
            <a:ext cx="6469873" cy="4937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46720" y="1371600"/>
            <a:ext cx="3840480" cy="493776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焊接指南 · A 采样板</a:t>
            </a:r>
          </a:p>
          <a:p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BMS-A v1 · 手工焊接全流程（图解版）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DEE2E8"/>
                </a:solidFill>
                <a:latin typeface="微软雅黑"/>
                <a:ea typeface="微软雅黑"/>
                <a:cs typeface="微软雅黑"/>
              </a:rPr>
              <a:t>* 适用对象：第一次手拿烙铁的人也必须能照着做完并通过验收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DEE2E8"/>
                </a:solidFill>
                <a:latin typeface="微软雅黑"/>
                <a:ea typeface="微软雅黑"/>
                <a:cs typeface="微软雅黑"/>
              </a:rPr>
              <a:t>* 40 件 = 1 颗 IC + 19 R + 14 C + 5 J + 1 SW1，全部由人焊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DEE2E8"/>
                </a:solidFill>
                <a:latin typeface="微软雅黑"/>
                <a:ea typeface="微软雅黑"/>
                <a:cs typeface="微软雅黑"/>
              </a:rPr>
              <a:t>* 板 64.92 × 45.21 mm · 2 层 / 1.6 mm / 1 oz · 有铅喷锡 · 过孔盖油</a:t>
            </a:r>
          </a:p>
          <a:p>
            <a:pPr>
              <a:spcBef>
                <a:spcPts val="900"/>
              </a:spcBef>
            </a:pPr>
            <a:r>
              <a:rPr sz="12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! ⛔ 不做 SMT、⛔ 不开钢网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355080"/>
            <a:ext cx="11338560" cy="45720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本页图 = 按下单 Gerber 自绘（不是外观效果图）｜判据文字逐字取自 焊接指南_AFE采样板.md v1.1，该文件是唯一来源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PART 1</a:t>
            </a:r>
          </a:p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先定调：什么算做完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424160" cy="23774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四件事同时成立才叫交付，缺一条按不合格处理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数量对 / 电气对 / 焊点对 / 安全对 —— 逐条见下一页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本板有一条「焊错了但板子不报错」的路径：R8 分流器装反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本指南不承诺「焊完就能跑通」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交付判定（甲方验收口径）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四个条件同时成立才算交付，缺一条按不合格处理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数量对：40 件全部焊上，位号无遗漏、无错件（逐件表对照，件数按分类小计核）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电气对：33 网络通断表 + 阻值预测表逐格回传实测值，全部落在判据内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焊点对：外观判据逐条通过（无桥连、无冷焊、无虚焊、无锡珠、无翘立件），并在 10 倍放大镜下留证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安全对：上电前检查（S16/S18/S20/S22 四条）逐条打勾，且 R8 极性证据（实物脚 1 标记照片 + 装后 25 mV 实测）已归档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本板唯一一条「焊错不报错」的路径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R8（5 mΩ 分流器）四脚孔距左右对称 =&gt; 平面内 180° 翻转照样插得进去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翻转会把取样脚 2/3 对调 =&gt; SRP/SRN 静默接反 = 硬件过流比较方向反 = 永不断流且不报错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所以专门有一节处理它（PART 4），不许跳读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⚠️ 一条反向声明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板上有 5 条设计侧待实测项 + 3 条装配侧待实物核对项，焊接只能把板子做到「可上电」，不能替它们闭合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不得把「焊接验收通过」读成「板子功能已验证」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PART 2</a:t>
            </a:r>
          </a:p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认识这块板（动手前 15 分钟）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424160" cy="23774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先看两面图，再记住三件事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正面（元件面）在上方、背面（焊接面）在下方，左右是相反的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焊接顺序 = 分区顺序：功率带 → 采样 + AFE → 接插件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两处板上没有字，必须靠坐标认：U1 的 20 个脚、PACK_N 测试点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板面 · 正面（元件面）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所有贴片件在这一面：19 颗电阻 + 14 颗电容 + U1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90969"/>
            <a:ext cx="5989320" cy="45710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工艺（决定本指南全部手法）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2 层 · 1.6 mm · FR-4 · 1 oz 铜 · 绿油白字 · 有铅喷锡（HASL-L）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过孔盖油 · 线路测试全测 · ⛔ 不做 SMT、⛔ 不开钢网 =&gt; 40 件全部由人焊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这一页要看清的四件事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板框 64.92 × 45.21 mm；X' 从左到右，Y' 从你身边到对面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J1/J2/J3/J4/J5/SW1 的焊盘在背面 —— 本图只看得到它们的孔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功率带在 Y'≈2（最靠桌沿那一排），接插件在 Y'≈43（最远那一排）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姿态约定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板子放桌上，顶层（有丝印那一面）朝上，让 J2 / R8 / J3 那一排朝向你自己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板面 · 背面（焊接面）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左右与正面图相反 · THT 元件的焊盘在这一面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2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90969"/>
            <a:ext cx="5989320" cy="45710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为什么必须单独看一张背面图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通孔件（J1 J2 J3 J4 J5 SW1）与 R8 的槽孔，焊点都出现在这一面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返修 THT 件时，吸锡器就是从这一面抽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本板一条会改手法的工艺事实：过孔盖油（C-94）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不能从过孔吸锡 —— 吸锡带/吸锡器对着过孔做没有任何效果（别以为是烙铁坏了）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不能从过孔补焊或下探针 —— 调试要 VSS 时走测试点或铺铜本体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✅ 元件孔仍然是导通的金属化孔：焊料从上面灌满即可，盖油只盖信号过孔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61 个过孔全部被阻焊盖住 = 下单时选的工艺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到货时数一遍：只看到绿点、不是亮铜环，就和回显一致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三个区 + 焊接的总顺序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焊的顺序 = R19 → Rc → Cc → SRP/SRN → 电源 → I2C/BOOT/ALERT → U1 → R8 → 接插件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3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3822"/>
            <a:ext cx="5989320" cy="4905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区① 功率带（Y'≈2）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J2 → R8 四脚 → J3，旁边 R19（星形跳线）与 TP5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这两块铺铜要拖锡加厚；板铜箔不设计载 15 A，别当普通信号焊盘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区② 采样 + AFE（Y'≈10~33）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U1 与两排脚、六路 Rc/Cc 阵列、SRP/SRN 滤波、去耦行 C1~C5、R1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跨网铜距最小 0.180 mm 全在 U1 两排脚旁 =&gt; 严禁在 U1 脚间堆锡，这里不许飞线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区③ 数字 / 接口（Y'≈30~43）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R15~R18（I2C）、R11~R13（BOOT）、R14/C14（ALERT）、J1/J4/J5、SW1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每焊完一个分区就查一个分区：焊完 40 件再一起查，成本是当场找的 5~10 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全程不通电、不插线束（S19：带电插拔采样线束 = 事故）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三区的整板位置（对照上一页的放大图）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白框 = 本页右侧/下一页放大图对应的区域；坐不住位置时先回这三张找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c_z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26" y="1298448"/>
            <a:ext cx="3773747" cy="2697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133087"/>
            <a:ext cx="379476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区① 功率带（Y'≈2）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J2 / R8 / J3 / R19 / TP5</a:t>
            </a:r>
          </a:p>
        </p:txBody>
      </p:sp>
      <p:pic>
        <p:nvPicPr>
          <p:cNvPr id="6" name="Picture 5" descr="loc_z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746" y="1298448"/>
            <a:ext cx="3773747" cy="2697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0" y="4133087"/>
            <a:ext cx="379476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区② 采样 + AFE（Y'≈10~33）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六路 Rc/Cc、U1、SRP-SRN、去耦行</a:t>
            </a:r>
          </a:p>
        </p:txBody>
      </p:sp>
      <p:pic>
        <p:nvPicPr>
          <p:cNvPr id="8" name="Picture 7" descr="loc_z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666" y="1298448"/>
            <a:ext cx="3773747" cy="2697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38160" y="4133087"/>
            <a:ext cx="3794760" cy="7772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区③ 数字 / 接口（Y'≈30~43）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I2C / BOOT / ALERT、J1 / J4 / J5 / SW1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138928"/>
            <a:ext cx="11612880" cy="12344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三区各自的「最容易出事」的一格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区① = R8 四腿与 VSS / 相邻打孔道搭桥（K1/K2，§8.4）⇒ 一旦通就是整板报废级别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区② = U1 两排脚之间的桥连与堆锡（★ 跨网铜距实测最小 0.180 mm 就落在这里，C-88）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区③ = ALERT 被蹭到 3.3 V（K4）⇒ AFE 置 OVRD_ALERT 自动关掉 CHG/DSG 驱动，且不报错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坐标怎么读 + 两处没有字的地方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本指南所有数字的口径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坐标口径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原点 = 板左下角；X' = 从左到右 0→64.92，Y' = 从身边到对面 0→45.21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所有 X'/Y' = 焊盘中心，精度 ±0.02 mm，来源 = 下单文件里的焊盘数据（mil × 0.0254）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位号 ↔ 网络的互证 = 同目录的 BOM / PnP 导出，⛔ 不是猜的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不要拿卡尺去验证坐标 —— 坐标的用途是帮你确认没焊错位置、没数错脚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必须靠坐标认出来的两处（板上没有墨）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U1 的 20 个脚盘旁没有位号、没有脚号（C-90）=&gt; 数脚只能靠坐标，方向只认芯片本体 pin 1 凹点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PACK_N 测试点 TP5 没有丝印（C-84）=&gt; 四周被 R8 大焊盘和 22~24 mil 宽的打孔道围死，任何字都保不住净距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TP5 的认法（三条同时成立）：位置 X'≈20.32 / Y'≈2.03；Ø1.14 mm 独立裸盘；紧邻 J2 端子座、而相邻 RSNS_SP/SRP_F/SRN_F 都有丝印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那个「唯一的没字的测试点」就是它；⛔ 不要顺手在板上加焊盘或飞线补测试点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个测试点：焊后所有探测的起点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全板 33 个命名网络里只有这 10 个有测试点（C-93，本版接受）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6_test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5501"/>
            <a:ext cx="5989319" cy="46419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十个点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TP1 CELL1 · TP2 CELL2 · TP3 CELL3 · TP4 PACK_P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TP5 PACK_N —— 无丝印，X'20.32 / Y'2.03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TP6 RSNS_SP · TP7 SRP_F · TP8 SRN_F · TP9 REGOUT · TP10 AFE_ALERT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⚠️ 已知缺口（C-93）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缺 VSS、V3V3_MCU、AFE_SDA/SCL、CHG/DSG、EN_CHG/EN_DSG、TS1、SW_N 等 23 网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这几网的检查改为探 U1 脚盘或 J4 端子（验收表里已指定探测点）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分母一律用 33（33 个命名网络），⛔ 不要把 U1 脚 11 的 NC 算进来凑成 24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不要因为嘉立创下单页「测试点覆盖率 0%」而加钱开 SMT/钢网：本板 40 件全手焊，该报表对本案无意义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PART 3</a:t>
            </a:r>
          </a:p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开工前的准备与来料预检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424160" cy="23774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一次配齐，缺一样就不要开工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13 件工具里最容易被省的三件：10× 放大镜、助焊剂、限流电源 —— 省了必出事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到货当天先检后焊：有 3 条待实物核对项，判据只在「还没有上锡」时做得成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按位号数，不按「包数」数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工具清单（13 件，缺一样就不要开工）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7/8/9/11 是最常被新手省掉的四件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84280" cy="40965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2148840"/>
                <a:gridCol w="3657600"/>
                <a:gridCol w="52120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规格要求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为什么本板必须要它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恒温焊台 + 刀头/马蹄头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≥60 W，300~380 ℃ 可调；K 型刀头 900M-T-K + 细尖头 900M-T-I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是 TSSOP-20、脚距 0.65 mm：尖头定位、刀头拖焊；细尖头给 R8 大焊盘补锡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焊锡丝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首选有铅 Sn63/Pb37 0.5~0.6 mm 含松香芯；备 0.3 mm 细丝给贴片脚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板面是有铅喷锡，同种金属最好上锡；只用无铅则要把温度抬到 370~380 ℃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助焊剂（免洗焊油/松香）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液态、笔装或针管装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TSSOP 拖焊与 R8 拖锡都依赖它；⛔ 不加油直接拖必然拉尖、连锡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吸锡带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 1.5~3 mm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清理贴片桥连；⚠️ 不得拿去吸过孔（本板过孔盖油，吸不开）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吸锡器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手动活塞式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只用于通孔件（J1/J2/J3/J4/J5/SW1）拆焊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尖头镊子（ESD）+ 剪钳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镊子合口精准、剪钳刃口贴平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夹 0805 与 TSSOP；⚠️ XH 连接器针脚不要剪（镀层会剥）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放大镜 10×（或显微镜）+ 冷光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必备，不可省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的 20 个脚盘旁没有丝印，对齐与检查只能靠放大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数字万用表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 Ω / 2 kΩ / 20 kΩ + 通断蜂鸣 + 二极管档；★ 能有 mV 直流档更好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验收表全部用电阻挡做，不需要通电；§R8 的 25 mV 判据要用 mV 档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限流可调直流电源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 V、限流设 2 A（S20）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焊接完成后的第一次上电必须由它供电，⛔ 不许直接上电池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洗板水/无水乙醇 + 软毛刷 + 棉签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IPA 或电子洗板水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拖焊后残留助焊剂必须清干净，否则外观判据无从判断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防静电措施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腕带 + 防静电垫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是 CMOS 裸芯片，人体静电可直接打伤，且伤是间歇性的（最贵）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耐高温标签笔 + 美纹胶带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 R8 之前必须在实物上点出脚 1；拖锡时护住相邻丝印区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小型台钳/夹具（推荐）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压板边、不压铜箔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单人拖焊 TSSOP 时固定板子，避免一手扶板一手拿烙铁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环境与资料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贴在台子边上随时看，不要边看手机边焊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台面 / 照明 / 通风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不可燃台面（金属/陶瓷/水泥），旁边备干砂（S17）；⛔ 不要在桌布、纸张、泡沫上作业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冷光台灯从左前方打，让焊盘反光能看清脚 —— 新手 80% 的虚焊是「看不清」造成的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有铅锡烟必须排（抽风口或小风扇朝窗外）；⛔ 不要在密闭房间连续焊超过 30 分钟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必须打印出来的三张表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板面分区示意（三区 + 坐标方向）② 逐件表（40 行）③ 通断/阻值验收表（留空手填）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U1 拖焊与 R8 极性这两步必须一次专注做完，中途被打断最容易出事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焊接顺序的六条总原则（为什么必须按阶段的顺序）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① 先贴片后通孔：贴片要烙铁头压住盘加热，先焊完才不会把已焊好的针脚顶歪/烫化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② 先矮后高：0805（0.9）→ TSSOP → 阵列 → SW1（6）→ XH 座（≈9）→ KF128（≈11）；反过来会让高元件挡住烙铁进角 = 虚焊第一大来源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③ 先「不可逆判定」后「可逆」：U1 与 R8 在手法确认没问题之后做，但都必须都在接插件之前（接插件立起来会挡住放大镜视线）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④ 每焊完一个分区就查一个分区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⑤ 全程不通电、不插线束（S19）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⑥ ★ 功率铺铜拖锡放在所有焊接之后、上电之前：先拖再焊别的，锡头会把未固定的 0805 推走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来料预检 ①：板子本体（10 分钟，⛔ 先检后焊）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三条设计侧「待实物核对」项的判据只能在未焊接时做（C-80 / C-89 / C-91）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8428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2148840"/>
                <a:gridCol w="4846320"/>
                <a:gridCol w="4005072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判据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不通过怎么办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目测板面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无缺口、无铜箔翘起、无绿油大面积剥落、阻焊开窗只在焊盘上（焊盘亮、其余是绿）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轻微划痕可接受；⛔ 铜箔翘起/断线 =&gt; 退货，飞线不是选项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数过孔外观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 个过孔全部被阻焊盖住（只看到绿点，不是亮铜环）= 下单选的过孔盖油（C-94）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看到亮铜过孔 =&gt; 不阻塞焊接，但记为「与回显工艺不一致」，拍照留证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板边与安装孔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板框 64.92 × 45.21；只有 2 个安装孔，都在右边（X'≈62.36，Y'≈2.54 与 42.42），Ø3.2 = M3 过孔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⚠️ C-89：这两孔盘径=孔径（环宽 0），板厂 CAM 已接受，不影响使用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M3 螺钉与 SW1 的机械干涉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SW1 铜右缘到安装孔心 2.5 mm，而 M3 圆头螺钉头半径 ≈3 mm =&gt; 圆头会顶到开关本体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判据 = 拿实际要用的螺钉试放（不装板，只比位置）。⛔ 不要为此换板：改沉头螺钉或尼龙垫圈+尼龙螺钉即可闭合（记录采用哪种）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丝印可读性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顶层丝印齐全、40 件附近全有墨（C-79/C-90）；但 U1 的 20 个脚盘旁没有墨、PACK_N 测试点没有丝印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=&gt; 必须按「无丝印点识别法」定位这两处，⛔ 不要指望板上写着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来料预检 ②：元件清点（按位号数，不按包数数）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U1 后缀 00/06 一律停工；R8 单独走下一页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292840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/>
                <a:gridCol w="502920"/>
                <a:gridCol w="4023360"/>
                <a:gridCol w="56235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应有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 / 型号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核对方式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= BQ7692003PWR（TSSOP-20）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看芯片本体丝印必须写 BQ76920 且后缀含 03；收到 00/06 =&gt; 停工（00 = REGOUT 2.5 V 会让 ALERT 高电平低于 STM32 VIH；06 = 地址与 CRC 都不同）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电阻 100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R1~R7、R9、R10、R15、R16（0805）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kΩ 档逐只测：应 99~101 Ω（±1%）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电阻其它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R11=10 k；R12/R13=1 k；R14=499 k；R17/R18=4.7 k；R19=0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逐只测：R11 9.9~10.1 k｜R12/13 0.99~1.01 k｜R14 494~504 k｜R17/18 4.65~4.75 k｜R19 应「接近 0」（这是跳线，不能有空档）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分流器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= 5 mΩ ±1% / ≥5 W 金属板非感性（PBV-R005，四端子 SIP-4）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见下一页：先量后插、先插不焊，并认出脚 1（C-80）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电容 4.7 µF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C1、C5（0805 X7R）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电容档测：标 4.7 µF =&gt; 实测 3.3~5.6 µF 可接受（MLCC 容差 ±20% 类）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电容 1 µF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C3、C4、C6~C11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 0.7~1.3 µF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电容 100 nF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C2、C12、C13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 75~125 nF；有些表读不到 =&gt; 改测通断：任何一档都不该「响」（不该短路）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电容 470 pF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⚠️ 极易与别的 0805 电容混淆 =&gt; 拆封立刻单独放格盒并贴「470pF」；表读不到 =&gt; 判据 = 本体丝印/标签 + 装到位后 ALERT 网络应读 499 k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连接器 5P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J1、J5（XH2.54-5P 直插胶壳座）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见 XH 节距一页：一律按 2.5 mm 认识（C-91）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连接器 8P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J4（XH2.54-8P 直插）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连接器 2P 功率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J2、J3（KF128-5.08-2P，24 A / 250 V / 2.5 mm²）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必须确认型号是 KF128 不是 KF301：KF301 额定仅 10 A，⛔ 不得用于主回路（C-49 / S22）。判据 = 胶壳本体字样 + 节距 5.08 mm 实测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微动开关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SW1（轻触 6×6×6，塑头 260 g，4 脚直插）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通断档按一下就响、松开不响 =&gt; 好；⚠️ 4 脚两两相通是正常结构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本板「没有」的东西 + 全板只有三件有方向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新手最常见的误解：把外部件往这块板上焊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⛔ 本板没有下列东西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没有 LED、没有保险丝座、没有 MOS 管、没有 INA226、没有 SHT30、没有电解电容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手里多出来这些，它们是外部件，不要往这块板上焊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极性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所有电容都是 MLCC（贴片陶瓷）=&gt; 没有极性，可以任意方向焊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★★ 全板方向有电气意义的只有 3 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U1（TSSOP-20）：装反 = 整板接线表全部镜像，要么整片重焊、要么通电炸片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R8（5 mΩ）：插得进去不等于装对了 —— 转 180 度照样插得进，装反则过流保护方向反且不报错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SW1：footprint 矩形对称，转 180 度照样插得进，翻转会把两列对调 =&gt; BOOT 触发路径失效（C-64）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其余 37 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无极性 =&gt; 只要位号、位置、阻值对，方向随便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但「没有极性」不等于「可以乱摆」：0805 的 100 Ω 有 11 颗、1 k 有 2 颗，外观完全一样 =&gt; 一格一位号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R8 开箱核对（C-80）：先量后插、先插不焊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本板唯一一条「焊错不报错」路径的第一道闸门 —— 做完拍照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1_r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17834"/>
            <a:ext cx="5989320" cy="1717074"/>
          </a:xfrm>
          <a:prstGeom prst="rect">
            <a:avLst/>
          </a:prstGeom>
        </p:spPr>
      </p:pic>
      <p:pic>
        <p:nvPicPr>
          <p:cNvPr id="5" name="Picture 4" descr="loc_f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板上实测几何（来自下单文件）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电流脚 1/4：盘 118 × 86.6 mil，槽孔 1.45 × 2.30 mm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取样脚 2/3：盘 94.5 × 86.6 mil，槽孔 1.45 × 1.70 mm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脚 1→2 节距 5.10 mm；四脚总跨距必须 ≈ 17.80 mm（±0.10 可直接插）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五步（按顺序做完再拍照）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卡尺量四脚中心距 ② 算总跨距 ③ 轻轻插进四孔（顶层朝上，不要压），从背面看是否自然落进槽孔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④ 判定：插得进且松手就落 =&gt; 可以焊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④ 插不进 =&gt; ⛔ 绝对不许扩焊盘、钻大孔、硬压（会破坏星形单点与 Kelvin 几何）；停在这一步拍照，按「换封装重画再下单」走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⑤ ★ 在实物本体上认出脚 1，用记号笔在同侧板边点箭头 + 拍照：跳过这步 = 翻转陷阱直接进交付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⑤ 若本体无任何标记 =&gt; 记为「极性待功能实测」，装配后必须走 25 mV 判据，⛔ 不得凭感觉插了就算过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D65A"/>
                </a:solidFill>
                <a:latin typeface="微软雅黑"/>
                <a:ea typeface="微软雅黑"/>
                <a:cs typeface="微软雅黑"/>
              </a:rPr>
              <a:t>本图是背面（焊接面）：脚 1 在图左、脚 4 在图右；正面看正好相反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XH 连接器的节距核对（C-91）：一律按 2.5 mm 认识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结论已核实闭合：商品名「XH2.54」，立创参数字段写的是 间距 = 2.5 mm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这对手工焊接意味着什么（三条，照做即可）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不阻塞安装：5P 座最佳对中后单脚最大错位 ±0.08 mm，而 Ø1.20 mm 孔对 0.64 mm 方针的半径余量是 0.28 mm =&gt; 针脚能自由入孔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★ 判据 = 插得进、不须用力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若感到需要压 =&gt; 先拔出来检查孔位，⛔ 不许硬压（硬压会让胶壳塑料应力开裂，且把针脚顶弯）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焊接顺序不受影响：J1/J4/J5 是普通直插排针座，按常规 THT 手法焊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③ ★ 线束侧（买/做 XH 胶壳 + 杜邦线时）一律按 2.5 mm 的 XH 族 —— 不要按 2.54 去买 PH/Dupont 壳，那是唯一真实代价所在（买错节距会顶不进防呆凸台）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三处封装的实际情况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J4（封装 P2.50）与器件完全对得上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J1 / J5（封装 P2.54）与所购器件偏 0.04 mm/脚 =&gt; 在孔的半径余量之内，可接受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本板不做「为了 0.04 mm 改封装」这种事：改一次要重新下单，而它本来就不是问题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PART 4</a:t>
            </a:r>
          </a:p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逐件焊接：7 个阶段 · 40 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424160" cy="23774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每页 = 一张放大图 + 一张定位图 + 这阶段的判据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每颗元件讲四件事：位置、两端网络、方向依据、焊后判据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两端网络来自下单网表与焊盘数据，不是猜的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顺序：R19 → Rc → Cc → SRP/SRN → 电源 → I2C/BOOT → 接插件 →（PART 5）U1 → R8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1 · 星形跳线 R19（0 Ω）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全板 VSS 与 RSNS_SP 的唯一交点 = 星形单点（C-75）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4_stage1_r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86856"/>
            <a:ext cx="5989320" cy="2579031"/>
          </a:xfrm>
          <a:prstGeom prst="rect">
            <a:avLst/>
          </a:prstGeom>
        </p:spPr>
      </p:pic>
      <p:pic>
        <p:nvPicPr>
          <p:cNvPr id="5" name="Picture 4" descr="loc_f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位置与两端网络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X'2.03，Y'3.06~5.06（板最左下边缘，竖着放 rot 90°）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pin1 = VSS（靠板边那盘）｜pin2 = RSNS_SP（靠里那盘）—— 两个盘不等价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无极性，但装反了不会报错：星形单点会变成「把 RSNS_SP 直接焊到板边」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0 Ω 档/蜂鸣档：两端应「通」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★ 与 R8 脚 2、TP6 三点必须同一路通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靠板边那一盘必须与大面积 VSS 同网，另一盘必须与 R8 脚2/TP6/J1 脚1 同网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绝不能与 VSS 之外的任何功率盘相通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两种致命焊法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漏焊 =&gt; VSS 与取样参考断开，AFE 读数为垃圾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桥到旁边 R8 电流脚大焊盘 =&gt; 把星点变成两处，采样精度与 OCD 门限一起失效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判据 = 放大镜下 R19 两端盘之间只有锡、没有第三条锡桥出去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2 + 3 · 六路 Rc 与六路 Cc（12 颗 0805）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Rc 行 Y'10.16（100 Ω ×6）｜Cc 行 Y'13.21（1 µF ×6）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5_rc_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39" y="1289403"/>
            <a:ext cx="5989320" cy="3373937"/>
          </a:xfrm>
          <a:prstGeom prst="rect">
            <a:avLst/>
          </a:prstGeom>
        </p:spPr>
      </p:pic>
      <p:pic>
        <p:nvPicPr>
          <p:cNvPr id="5" name="Picture 4" descr="loc_f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最重要的一条对应关系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Rc 与 Cc 是 X' 一一对应的两列：18.58 / 22.26 / 25.94 / 29.63 / 33.31 / 36.99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同一 X' 那一竖条就是一条电池采样通道 —— 这是验收表的基础，也最容易被「拿错位置」焊坏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通道对应（左盘 → 右盘）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R7 18.58：PACK_P → VC5｜R6 22.26：CELL3 → VC4｜R5 25.94：CELL3 → VC3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R4 29.63：CELL2 → VC2｜R3 33.31：CELL1 → VC1｜R2 36.99：RSNS_SP → VC0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C11~C6 在各自 X' 上，一端 VC5~VC0、另一端 VSS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Rc 在片测 99~101 Ω（Rc 后面并着 Cc，但电容在直流下不导通，所以这一档基本能读准）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Cc 用二极管/电容档：不该有「通」（短路 = 焊桥）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★ R6/R5 两端都取 CELL3 = 4S 时 VC4-VC3 板内短接的落地 =&gt; 两输入端应读 ≈0 Ω，读 100 Ω 说明装错颗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1 µF 一共有 8 颗（C3/C4/C6~C11），Cc 行只占 6 颗 =&gt; ⛔ 不要把 8 颗一起拆开乱摆；拆封即在格盒写清位号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0805 手法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一端盘先点一小滴锡 → 镊子夹住平放、烙铁压回已上锡的盘固定一端 → 焊另一端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★ 三查：侧面看没有翘立、两端锡呈凹面、位号方向整行一致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4 · SRP/SRN 滤波四件套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R9/R10 = 100 Ω @Y'13.72｜C12/C13 = 100 nF 竖放 @Y'10.67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6_srp_s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85" y="1170432"/>
            <a:ext cx="4624028" cy="3611880"/>
          </a:xfrm>
          <a:prstGeom prst="rect">
            <a:avLst/>
          </a:prstGeom>
        </p:spPr>
      </p:pic>
      <p:pic>
        <p:nvPicPr>
          <p:cNvPr id="5" name="Picture 4" descr="loc_f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两端网络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R9（X'41.91）：RSNS_SP(42.91) → SRP_F(40.91)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R10（X'49.53）：RSNS_SN(50.53) → SRN_F(48.53)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C12（X'40.91）：SRP_F ↔ VSS｜C13（X'48.53）：SRN_F ↔ VSS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R9/R10 各 99~101 Ω；SRP_F 必须与 TP7 通、SRN_F 必须与 TP8 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C12/C13 两端不该「通」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★★ 为什么这四颗不是「100 欧无所谓」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它们决定 SRP/SRN 到底进 U1 的哪一脚；上游的 R8 一旦装反，SRP_F 与 SRN_F 就互换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互换后 U1 读到的电流符号相反，且硬件 OCD/SCD 的比较方向也相反 =&gt; 过流不跳闸、不报错（C-70 最坏形态）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所以必须在做本阶段之前或同批，把 R8 的脚 1 标记确认清楚（见 PART 3 那一页）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它们是那条致命路径的中间站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5 · 电源去耦行与 AFE 供电（C1~C5、R1）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去耦行 Y'29.21（五颗一字排开）｜R1 在 Y'32.77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7_power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93" y="1170432"/>
            <a:ext cx="5977612" cy="3611879"/>
          </a:xfrm>
          <a:prstGeom prst="rect">
            <a:avLst/>
          </a:prstGeom>
        </p:spPr>
      </p:pic>
      <p:pic>
        <p:nvPicPr>
          <p:cNvPr id="5" name="Picture 4" descr="loc_f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两端网络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C1 4.7µ / C2 100n / C3 1µ：VSS ↔ AFE_VBAT（X'19.81 / 23.50 / 27.18）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C5 4.7µ（X'30.86）：VSS ↔ REGOUT（= TP9）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C4 1µ（X'34.54）：VSS ↔ CAP1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R1 100 Ω（X'27.18）：PACK_P → AFE_VBAT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C1~C3 不该「通」；R1 读 99~101 Ω（与 C1 的 Cf 配对构成 BAT 滤波，少一颗就不成立）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★ C5 = REGOUT 输出稳定必需，漏焊会让 ALERT 阈值与内部基准漂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★★ CAP1 必须装这颗 1 µF（硬要求）：焊完立刻用蜂鸣档确认 U1.7(CAP1) ↔ C4 盘通，且与 VSS 只经这颗电容（不「通」）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D65A"/>
                </a:solidFill>
                <a:latin typeface="微软雅黑"/>
                <a:ea typeface="微软雅黑"/>
                <a:cs typeface="微软雅黑"/>
              </a:rPr>
              <a:t>R1 那类跨 AFE_VBAT 的量测会与 C1/C2/C3 并联出现充电过程 —— 读数会爬，不是坏了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5 · ALERT 两颗（R14 = 499 k ＋ C14 = 470 pF）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X'48.26 / 51.94，同一行 Y'18.59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0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59" y="1170431"/>
            <a:ext cx="3611880" cy="3611880"/>
          </a:xfrm>
          <a:prstGeom prst="rect">
            <a:avLst/>
          </a:prstGeom>
        </p:spPr>
      </p:pic>
      <p:pic>
        <p:nvPicPr>
          <p:cNvPr id="5" name="Picture 4" descr="loc_f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这是一对耦合约束，不是一个自由选择题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C-68 定案 = 499 k 并联 470 pF =&gt; τ ≈ 234 µs ≤ 250 µs（AFE ALERT 下降沿要求）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⚠️ 历史口径：旧稿曾写「1 M 下拉」，而 1 M × 470 pF = 470 µs 已超时 =&gt; 收到 1 M 电阻是错件，不要装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R14：494~504 k（TP10 ↔ 任一 VSS 盘）—— 这条是「ALERT 有没有被错误上拉」的直接判据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C14：万用表读不到 470 pF =&gt; 判据 = ① 外观：盘在、锡润湿、与 R14 两端同网；② 与 R14 并联后仍读 499 k（不能读成「通」）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3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⛔ 红线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禁止给 ALERT 任何形式的上拉：上拉会让 AFE 置 OVRD_ALERT、自动关掉 CHG/DSG 驱动，且 PD13 恒高收不到沿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8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焊接侧红线 = TP10（AFE_ALERT）与 V3V3_MCU / REGOUT / AFE_VBAT 之间必须只有 499 k，绝不能是「通」或几百 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6 · I²C 四颗（R15 R16 R17 R18）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同一行 Y'32.77：100 Ω ×2 + 4.7 k ×2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8_i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32269"/>
            <a:ext cx="5989320" cy="2688204"/>
          </a:xfrm>
          <a:prstGeom prst="rect">
            <a:avLst/>
          </a:prstGeom>
        </p:spPr>
      </p:pic>
      <p:pic>
        <p:nvPicPr>
          <p:cNvPr id="5" name="Picture 4" descr="loc_f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两端网络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R15（37.08）：AFE_SDA(U1.4) ↔ AFE_I2C_SDA(J4.1)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R16（40.77）：AFE_SCL(U1.5) ↔ AFE_I2C_SCL(J4.2)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R17（44.45）：V3V3_MCU ↔ AFE_I2C_SDA｜R18（48.13）：V3V3_MCU ↔ AFE_I2C_SCL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R15/R16 = 99~101 Ω：J4.1 与 U1.4 之间必须隔 100 Ω，⛔ 不能是 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R17/R18 = 4.65~4.75 k；J4.1 ↔ J4.7、J4.2 ↔ J4.7 都该读到 4.65~4.75 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两条 I²C 红线（硬件纪律，焊接侧必须复查）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① 上拉只能接 3.3 V（V3V3_MCU）：不得接 5 V、不得取 REGOUT —— REGOUT/ALERT 绝对最大 3.6 V，且 AFE 未启动时 REGOUT 可能无输出 =&gt; 反灌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判据 = R17/R18 接 V3V3_MCU 那一端用表确认它通的是 J4.7，⛔ 不是 TP9（REGOUT）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② ALERT 不得上拉（见 ALERT 那一页）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D65A"/>
                </a:solidFill>
                <a:latin typeface="微软雅黑"/>
                <a:ea typeface="微软雅黑"/>
                <a:cs typeface="微软雅黑"/>
              </a:rPr>
              <a:t>R17/R18 的左盘是 V3V3_MCU、右盘是信号线：量测时别探错那一侧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6 · BOOT 三颗（R11 10 k ＋ R12/R13 1 k）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同一行 Y'36.58 ｜ ★ C-64：bq769x0 每次 POR 必进 SHIP 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09_b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11638"/>
            <a:ext cx="5989320" cy="3329466"/>
          </a:xfrm>
          <a:prstGeom prst="rect">
            <a:avLst/>
          </a:prstGeom>
        </p:spPr>
      </p:pic>
      <p:pic>
        <p:nvPicPr>
          <p:cNvPr id="5" name="Picture 4" descr="loc_f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两端网络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R11（37.08）：TS1(U1.6) → VSS｜R12（40.77）：AFE_BOOT(U1 侧) → TS1｜R13（44.45）：BOOT_SW(SW1) → TS1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BOOT 电路必须装：必须让 TS1 出现 &gt; VBOOT（MIN 300 mV）的上升沿才启动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少 R12/R13/R11 任何一颗 =&gt; 表现为「I²C 全地址无 ACK，什么都不返回、也不报错」= 本项目最坏的一类故障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无电源判据（只看方向变化）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TS1 ↔ VSS 松开时应读 ≈10 k（R11）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SW1 是把 BOOT_SW 接到 V3V3_MCU（不是接 VSS），所以按住 SW1 时该读数会明显下降（并入了 R13 1 k + 开关 + 3.3 V 网络，路径上还有 R17/R18 4.7 k）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★ 判据 = 「按住显著下降、松开回 10 k」这个方向变化，⛔ 不得登记成某个绝对数值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三条逐段归属判据（比整体判据更可靠）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TS1 ↔ SW1 右列 = ≈1 k（R13）｜SW1 右列 ↔ 左列 = 按住 0 Ω / 松开 OL｜SW1 左列 ↔ J4.7(V3V3_MCU) = ≈0 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R12 与 R13 都是 1 k、R15~R16 与 R2~R7 都是 100 Ω，同一袋里外观完全一样：装错位置电气上不报错但 BOOT 沿变缓、时序失效 =&gt; 一格一位号，装完一格空一格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6 · 接插件 J1 与 J4（Y'43.31）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XH 直插座：J1 五脚、J4 八脚 —— 防呆凸台让反插物理不可能（C-76）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4_conn_j1j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46604"/>
            <a:ext cx="5989320" cy="1059535"/>
          </a:xfrm>
          <a:prstGeom prst="rect">
            <a:avLst/>
          </a:prstGeom>
        </p:spPr>
      </p:pic>
      <p:pic>
        <p:nvPicPr>
          <p:cNvPr id="5" name="Picture 4" descr="loc_f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J1 五脚（X' 2.54 / 5.08 / 7.62 / 10.16 / 12.70）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1 RSNS_SP · 2 CELL1 · 3 CELL2 · 4 CELL3 · 5 PACK_P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★ 这个顺序天然就是 B− → B+（接线顺序的纪律 S18 由此天然满足）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J4 八脚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1 AFE_I2C_SDA · 2 AFE_I2C_SCL · 3 AFE_ALERT · 4 AFE_BOOT · 5 EN_CHG · 6 EN_DSG · 7 V3V3_MCU · 8 VSS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⚠️ J4 的编号方向与 J1 相反：脚 1 在 X'34.15 那一端（X' 由大到小）=&gt; 数脚前先看丝印缺口/第一孔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蜂鸣档逐脚对通断表；脚与脚之间不得两两相通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★ J4 脚 8 必须与任意 VSS 盘「通」（它落在 VSS 铺铜内，C-82）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THT 通用手法（接插件都按这个做）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元件先插到底（本板 J*/SW1 全部贴板）② 背面烙铁先加热焊盘 0.5~1 s，再从侧面送锡让锡自己流进孔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② ⛔ 不要把锡直接怼烙铁头「堆」上去 = 冷焊/假焊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锡量以背面呈凹面圆锥、能看到焊盘轮廓为准 ④ ⛔ XH 座与 KF128 的针脚不要剪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阶段 6 · J5 与 SW1（＋ 功率端子 J2/J3）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Y'43.31 两枚 XH 座 ｜ SW1 = BOOT 开关 ｜ J2/J3 = KF128 功率端子在 Y'2.03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5_conn_j5sw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722683"/>
            <a:ext cx="5989320" cy="2507377"/>
          </a:xfrm>
          <a:prstGeom prst="rect">
            <a:avLst/>
          </a:prstGeom>
        </p:spPr>
      </p:pic>
      <p:pic>
        <p:nvPicPr>
          <p:cNvPr id="5" name="Picture 4" descr="loc_f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J5 五脚（X'38.10~48.26）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1 DSG · 2 CHG · 3 EN_CHG · 4 EN_DSG · 5 VSS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★ DSG/CHG 两脚与 V3V3_MCU、VSS 都必须「不通」：这两条是 AFE 的开漏驱动输出，板上不得有任何上拉/下拉电阻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SW1（左列 X'52.83 / 右列 X'58.93，Y'38.77 与 43.27）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左列两脚 = V3V3_MCU｜右列两脚 = BOOT_SW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★★ footprint 是矩形对称 =&gt; 180° 翻转照样插得进，而翻转会把两列对调 =&gt; TS1 那条 BOOT 触发路径失效（C-64 现象）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判据：按下时左列与右列「通」、松开「不通」；且左列必须与 R17 的 V3V3_MCU 端同网、右列必须与 R13 的 BOOT_SW 端同网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J2 / J3（KF128-5.08-2P，X'7.62/12.70 与 40.64/45.72，Y'2.03）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两脚都是同一个网络（J2 = PACK_N、J3 = SW_N）=&gt; 翻转无电气后果；建议端子开口朝板外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判据：两脚之间「通」；J2 ↔ R8 脚1、J3 ↔ R8 脚4 分别「通」；J3 与 R8 脚2/3 不通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焊完用手沿四个方向轻推胶壳确认不晃动：孔里锡没填满会造成「看着焊上、实际松动」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通用手法速查（新手把这段背下来）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所有阶段共用；每张卡只讲「这颗有什么不同」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8428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4937760"/>
                <a:gridCol w="507492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动作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正确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错误（现象）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烙铁温度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有铅锡 330~350 ℃；无铅 370~380 ℃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太低 =&gt; 锡成豆腐渣（冷焊）；太高 =&gt; 烫盘、助焊剂瞬间碳化失效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加热对象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加热焊盘，锡送到焊盘与引脚的接触处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用烙铁头去「抹」锡 =&gt; 锡没熔透就凝固 = 假焊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每个焊点 1~2 秒（贴片）/ 2~3 秒（通孔、功率盘）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&gt;5 秒 =&gt; 焊盘起翘、邻近元件被烫移位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好焊点长相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光亮、润湿、呈凹面、边界清楚（锡铺开到焊盘全周）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灰暗颗粒 = 冷焊｜⛔ 圆球/只粘一点 = 虚焊｜⛔ 两盘连成一条 = 桥连｜⛔ 尖刺 = 拉尖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贴片定位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一端先上少量锡 → 镊子固定 → 焊另一端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两端同时放 = 元件被挤飞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桥连处理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加足助焊剂，用干净刀头（刮过后重新上薄锡）在桥上来回一次带走多余锡；不行再用吸锡带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干拖（不加油）会把焊盘拉走；⛔ 用刀头硬撬；⛔ 吸过孔（本板盖油，吸不开）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拿取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镊子夹元件本体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夹引脚会把它压弯/压断（0805 尤其脆）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THT 通孔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先插到底 → 烙铁热盘 0.5~1 s → 从侧面送锡让锡自己流进孔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把锡直接怼烙铁头「堆」上去 = 冷焊/假焊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剪脚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只剪电阻电容多余的腿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XH 座与 KF128 的针脚不要剪（剪了没法接线，镀层会剥）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PART 5</a:t>
            </a:r>
          </a:p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两颗关键件：U1 与 R8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424160" cy="23774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U1（TSSOP-20）= 本板最高风险：20 脚 0.65 mm 间距 + 脚盘旁没有脚号丝印 + 两排脚旁跨网铜距最小 0.180 mm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R8（5 mΩ）= 本板唯一一条焊错不报错的路径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这两颗都必须排在普通 0805 之后（前面 25 颗是用来练手法的），且都在接插件之前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返修最难：拖焊拆下来再装回去，新手第一次几乎必坏一颗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U1：装之前的三个「不许跳」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为什么风险最高：20 脚 / 0.65 mm 间距 / 脚盘旁没有丝印 / 两排脚旁跨网铜距 0.180 mm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风险的四条来源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① 20 个脚、脚距 0.65 mm，两排之间净距极小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② 脚盘旁没有位号/脚号（C-90）=&gt; 数脚与定方向只能靠芯片本体 pin 1 标记 + 坐标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③ 两排脚旁的跨网铜距最小 0.180 mm（C-88）=&gt; 堆锡/桥连在这里不是外观问题，是「规则达标、产物不达标」那种缺陷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④ 返修最难：拖焊拆下来再装回去，新手第一次几乎必坏一颗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三个不许跳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① 不许在焊完 25 颗 0805 之前就装 U1：拖焊需要烙铁在两排脚上来回走，旁边立着未焊的散件会被推走；前面那 25 颗就是用来练手法的（先在废板或同型贴片盘上走一遍）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② 不许不戴腕带徒手摸芯片脚：TSSOP 栅极敏感；取放只碰本体，不碰引脚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③ 不许跳过方向确认：一次装反 =&gt; 要么整片重焊、要么通电炸片，两者都要付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⚠️ 板上有本体框和脚 1 端小标记（C-90 原话只管脚盘）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本体框 X'25.76~32.41 × Y'19.69~23.23，中心 X'29.09/Y'21.46 =&gt; 可用来对中心与跨距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框是左右、上下都对称的矩形，转 180° 照样「框对框」=&gt; 不能定方向；小标记太小且可能被本体压住 =&gt; 只能做辅助线索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方向判据只有一条：芯片本体 pin 1 凹点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U1 脚号 ↔ 网络对照（焊完就靠它逐脚对）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上排 Y'24.33（脚 1 在最右）｜下排 Y'18.59（脚 11 在最左）｜中心 X'29.08 / Y'21.46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3_u1_pin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697" y="1170432"/>
            <a:ext cx="9170125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13248"/>
            <a:ext cx="11247120" cy="1417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焊盘几何（已核实，来自下单文件）：上排 Y'24.33，脚 1 在最右 X'32.01，向左手递增到脚 10 = X'26.16；下排 Y'18.59，脚 11 在最左 X'26.16，向右手递增到脚 20 = X'32.01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★ 由此得三条现场可用判据：① 脚 1 与脚 20 在同一端（X'32.01，一端是 DSG/ALERT），另一端 X'26.16 是脚 10 与脚 11；② 脚 11 是全板唯一「没有网络」的盘；③ 脚 9 与脚 10 同在 AFE_VBAT 上，本该相通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脚 3(VSS) 与脚 4(SDA) 通 = 真桥连；脚 9 与脚 10 通 = 正常，⛔ 不要当桥连去掉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U1 方向确认与定位（先焊对角两颗）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照做完这四步才允许放芯片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2_u1_p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5489" y="1170432"/>
            <a:ext cx="2878420" cy="3611880"/>
          </a:xfrm>
          <a:prstGeom prst="rect">
            <a:avLst/>
          </a:prstGeom>
        </p:spPr>
      </p:pic>
      <p:pic>
        <p:nvPicPr>
          <p:cNvPr id="5" name="Picture 4" descr="loc_f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1" y="4956048"/>
            <a:ext cx="1982816" cy="1417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00800"/>
            <a:ext cx="265176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在板上的位置（定位图）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983480"/>
            <a:ext cx="3182112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上图是本区的放大图，左下是整板定位图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方向确认四步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放大镜找芯片本体 pin 1 标记（TSSOP 脚 1 端通常有凹圆点，或该角被切角；有的批次用型号文字阅读起始端指示）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★ 把标记对准 X'32.01 / Y'24.33 那个盘（上排最右）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③ 如果标记落在对面（X'26.16 一侧）=&gt; 你正在把它镜像放，立刻平面内转 180°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不许上下翻面：TSSOP 一旦上下翻，脚朝上、本体贴板，就是废品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④ 本体看不到任何标记 =&gt; 停工，拍照放大本体两端上传判读；⛔ 不要「猜一个脚当 1」（代价是整片重焊 + 可能烫坏 pad）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7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定位五步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上排脚 1 盘（或下排脚 12 盘）先点一小滴锡 ② 镊子夹本体、按已确认方向轻轻放上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★ 判据：从正上方看，芯片两侧每一颗脚都在盘上 —— 脚尖不出盘外、也不缩在盘内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④ 烙铁压回那颗已上锡的盘，固定一端（1 秒）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⑤ ★ 不加第二点锡，先做位置复检：正上方 + 左右 45° 各看一次，20 颗脚的脚尖应排成两条直线且不与邻脚接触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位置不对：趁锡还软用镊子轻推纠正；锡已硬 =&gt; 用烙铁重新熔化再推，⛔ 不要硬掰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⑥ 复检通过后在「对角」位置再焊一颗脚，形成两点定位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20" b="0">
                <a:solidFill>
                  <a:srgbClr val="FFD65A"/>
                </a:solidFill>
                <a:latin typeface="微软雅黑"/>
                <a:ea typeface="微软雅黑"/>
                <a:cs typeface="微软雅黑"/>
              </a:rPr>
              <a:t>本图黄线 = 本体框；脚 9/10 同网 AFE_VBAT，两个盘本该相通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U1 拖焊（flux ＋ 刀头 ＋ 一笔画）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本板最需要一次专注做完的一步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★ 沿一排脚均匀涂助焊剂（液 flux 直接滴上去覆盖整排 10 颗脚）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烙铁换 K 型刀头、350 ℃，刀头上挂一层薄锡（亮但不下滴）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刀头轻轻贴住脚尖，从脚 1 那一端向另一端以约 1~2 mm/秒 匀速走过整排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③ ⚠️ 不要停留、⛔ 不要来回蹭 —— 正确走一遍的效果是每颗脚各得一个锡面、多余锡被刀头带走、脚间只剩极细微的凹弧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④ 同一排出现明显桥连：再加 flux、重新清洁刀头、再走一次 —— ⛔ 干走第二次 = 把焊盘拉起来的经典方法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⑤ ★ 下排照做，方向与上排相反（因为脚 11 在左、脚 20 在右）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⑥ 检查（必须在放大镜/显微镜下，五项逐条）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脚尖在盘上｜锡呈凹面｜脚之间无桥连｜★ 脚 11(NC) 盘上没有锡、不与脚 12 相连｜本体无裂纹、无翘起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脚 11 那格是 U1 装反与正常两种情形下唯一能一眼区分的特征之一，不许跳过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★★ U1 区的堆锡禁区（C-88）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跨网最小铜距 0.180 mm 的落点全部在 U1 TSSOP 两排脚旁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实测事实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0.180 mm（7.07 mil）涉及网络：DSG / CHG / AFE_VBAT / AFE_SDA / AFE_SCL / SRP_F / SRN_F / VC0~VC4 + 脚 11 的 NC 盘（底层 10 mil 内无跨网对）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由此三条硬约束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① 拖锡/补锡时烙铁头上的锡量必须「薄」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② ⛔ 严禁为了「看着更结实」在两脚之间加锡桥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③ 返修时助焊剂必须当场擦净：残留会吸潮并在高阻抗模拟输入上引入漏电路径 —— 这是读数漂的常见成因，且不报错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⚠️ DRC 在这里不保护你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C-88 的性质是「规则达标、产物不达标」：EDA 按铺铜填充几何量，手工堆的锡不在它的管辖里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能查出问题的只有两样：放大镜 + 焊后的阻值表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这里也不许飞线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区②（采样 + AFE）不许飞线；飞线会改变采样几何与阻抗，属于 §10.2 的禁止项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R8：网络与几何（已核实）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主回路电流走脚 1/脚 4，取样（Kelvin）从脚 2/脚 3 引出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3856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1463040"/>
                <a:gridCol w="822960"/>
                <a:gridCol w="4206240"/>
                <a:gridCol w="42976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脚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X'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焊盘 / 槽孔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角色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8E2F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PACK_N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17.77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118 × 86.6 mil（大）／ 1.45 × 2.30 mm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电流端（电池侧）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8E2F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RSNS_SP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22.87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94.5 × 86.6 mil ／ 1.45 × 1.70 mm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取样正（经 R9 到 SRP_F → U1.18）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8E2F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RSNS_SN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30.47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94.5 × 86.6 mil ／ 1.45 × 1.70 mm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取样负（经 R10 到 SRN_F → U1.19）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8E2F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SW_N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35.57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118 × 86.6 mil（大）／ 1.45 × 2.30 mm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电流端（负载/开关侧）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Y'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78E2FC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全部 = 2.03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跨距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脚距 5.10 / 7.60 / 5.10 mm（★ 对称）｜总跨距 17.80 mm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盘宽 1=4、2=3；槽孔 1=4、2=3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翻转陷阱：为什么「插得进去」不等于「装对了」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R8 是本板唯一一条焊错不报错的路径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几何事实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四脚是 电流-取样-取样-电流，且两端盘与两端槽孔尺寸一模一样 =&gt; 左右完全对称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所以「用大盘/小盘区分左右」这条免费判据在 R8 上不成立：平面内 180° 翻转照样四脚全部插入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翻转的精确后果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脚 2↔脚 3 互换、脚 1↔脚 4 互换 =&gt; RSNS_SP 接到元件的负载侧取样点、RSNS_SN 接到电池侧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这两点分别经 R9/R10 进 U1.18(SRP_F) / U1.19(SRN_F) =&gt; AFE 读到的电流符号相反，且硬件 OCD/SCD 的比较方向也相反 =&gt; 过流时不跳闸、且不报任何错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C-70 原文的对照：「缺这颗电阻 = 硬件过流层静默不存在，而 I²C、单体电压、afe_self_test() 全部正常」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接反 = 同样静默（同形孪生）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⚠️ 不要用万用表去「验证 5 mΩ」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普通表最小电阻档分辨力远大于 5 mΩ，四腿之间（含正确的 5 mΩ 本体）都会显示「接近 0」=&gt; 通/断 在 R8 上不是判据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通断档测的是归属（哪条腿连到哪张盘），方向只能靠通电后的 25 mV 判据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唯一能在装配阶段闭合的手段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实物脚 1 标记（装之前点箭头 + 拍照） ② 装好后的 25 mV 功能判据（下一后一页）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R8 焊接六步（顺序很关键：防止烫到变形/阻值漂移）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这一步做完，本板的 40 件就齐了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★ 确认脚 1 标记箭头已画在板边并拍照（开箱核对那一步的第 5 项）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插 R8：本体朝上、四脚从顶层插入对应四孔，轻插到底（⛔ 不许压；插不进 = C-80 走停工分支）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③ 先焊两个电流脚（脚 1、脚 4）：盘大、散热快 =&gt; 烙铁 350~360 ℃，先让焊盘与孔一起热 1~2 秒再送锡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★ 目标是锡从孔里翻上来到盘齐平（这才算填满；只糊一层表面 = 载流面积不足）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④ 再焊两个取样脚（脚 2、脚 3）：这两个脚是 Kelvin 点 =&gt; ★ 手法要求「锡量刚好、不加多」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④ ⛔ 不要让取样脚的锡流进脚 1/脚 4 那两块大铜里：那会把取样点从「点」变成「面」，直接破坏 Kelvin 几何与采样精度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⑤ ★ 每个脚焊完，趁热用放大镜看有没有把旁边的打孔道连上锡（间距仅 22~24 mil：Y' 方向那几条 —— 就是 TP5 四周）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⑤ ⚠️ 这条打孔道与 PACK_N 测试点挤在一起（C-84 正是因此放弃给它加丝印），是本板最容易搭桥的位置之一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⑥ 不要剪 R8 的脚：底部是电流路径的连接面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外观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四腿各成一个「孔已翻锡」的圆锥，且脚 2/3 的锡量小于脚 1/4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R8 判据：两级，通断表不够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A 级当场可做；B 级必须通电（归 D8）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 级（当场可做）：查归属，不查阻值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外观：四腿各成「孔已翻锡」的圆锥，脚 2/3 锡量小于脚 1/4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蜂鸣逐腿查归属：脚1 ↔ J2 两脚 ↔ TP5 通｜脚4 ↔ J3 两脚 通｜脚2 ↔ R19 上盘 ↔ TP6 ↔ R2 左盘 ↔ J1.1 通｜脚3 ↔ R10 左盘(X'50.53) 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★ 四腿与 VSS 及任何其它网都不通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⚠️ 脚 2 与脚 3 之间必然也是「通」（本体只有 5 mΩ，任何档位都响）=&gt; 通断档不能用来判方向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 级（必须通电，归 D8）：查方向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方法：静态 5 A 放电时，测 SRN_F − SRP_F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期望：≈ +25 mV（5 A × 5 mΩ）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读数为 −25 mV =&gt; R8 装反，必须返工重插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绝不允许「软件里把电流取反」来绕过：那样 INA226 那条读数路是对的，而硬件 OCD/SCD 那条保护路仍然是反的（S1/S2/S7 的兜底层静默消失，本项目最坏一类失效）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这条判据本日仍未闭合；本指南只能保证「焊后具备可测性」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r>
              <a:rPr sz="1500" b="1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PART 6</a:t>
            </a:r>
          </a:p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焊后检查与验收（不通电）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49039"/>
            <a:ext cx="10424160" cy="237744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三步走，顺序不许换：全局目测 → 分区细查 → 仪器验收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全部用万用表 + 放大镜；验收表逐格填实测值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任何一格不达标 =&gt; 回到那一区重做细查，不许「跳过继续」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最后一步才是功率铺铜拖锡加厚（最容易自己制造短路的动作）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焊后检查三步走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不通电，全部用万用表 + 放大镜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① 全局目测（先不看位号，只找「一眼不对」的东西）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工具 = 10× 放大镜 + 冷光；板面正面与反面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通过标准：无桥连、无立碑/翘立、无锡珠散落、无焊盘起翘、无焦糊/助焊剂发黑残留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⚠️ 锡珠是最恶心的：现在不断，日后震动短路上去（延迟爆炸型）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分区细查（按三区 × 逐颗对逐件表）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40 颗位号齐、值对、方向对（只有 U1 / R8 / SW1 有方向）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★ U1 20 脚逐脚；R8 四腿查归属；TP5 无丝印但盘在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③ 仪器验收（通断表 + 阻值预测表 + 短路重点对）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逐格记录实测值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不得只写「通过」二字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⚠️ 任何一格不达标 =&gt; 回到那一区重做第②步，不许「跳过继续」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清洗要先于量测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拖焊与拖锡之后必须清洗（IPA/洗板水 + 软毛刷，重点 U1 两排脚、R8 四周、去耦行），洗完吹干/晾干 5 分钟再量测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残留溶剂影响高阻档读数：R14 那 499 k 一格在脏板上可能读出 300 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不要用丙酮泡 MLCC（会伤本体丝印与编带标记，且没必要）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 网络通断表 ①（每网从 A 探到 B 必须通）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同一网两点之间应读 0~2 Ω；&gt;5 Ω = 虚焊或孔未填满（尤其 J2/J3/R8 这几个大孔）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292839" cy="5266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508760"/>
                <a:gridCol w="1828800"/>
                <a:gridCol w="7571231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 A（必通）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 B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PACK_P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J1.5、R1 左盘、R7 左盘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PACK_N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TP5（⚠ 无丝印）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J2 两脚、R8 脚 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SW_N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脚 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J3 两脚 ｜ ⛔ 与 PACK_N 不得通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RSNS_SP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R19 上盘、R8 脚2、R2 左盘、R9 左盘、J1.1（★ 五处同网）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RSNS_SN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脚 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R10 左盘(X'50.53)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SRP_F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R9 右盘、C12 上盘、U1.18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SRN_F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R10 右盘、C13 上盘、U1.19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J1.2、R3 左盘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J1.3、R4 左盘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J1.4、R5 左盘、R6 左盘（★ R5/R6 左盘间应 ≈0 Ω）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VC0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 右盘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C6 右盘、U1.17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VC1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R3 右盘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C7 右盘、U1.16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VC2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R4 右盘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C8 右盘、U1.15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VC3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R5 右盘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C9 右盘、U1.14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VC4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R6 右盘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C10 右盘、U1.13（★ VC4↔VC3 短接见 K3）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VC5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R7 右盘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C11 右盘、U1.12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AFE_VBAT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U1.9、U1.10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 右盘、C1/C2/C3 各自右盘（★ 脚9↔脚10 本该通）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33 网络通断表 ② ＋ NC 盘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缺测试点的 23 网按本表指定的 U1 脚盘或接插件端子探（C-93 的已知缺口）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247120" cy="52669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/>
                <a:gridCol w="1783080"/>
                <a:gridCol w="1600200"/>
                <a:gridCol w="7479792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 A（必通）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探 B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REGOUT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U1.8、C5 右盘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CAP1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C4 右盘（★ 必须只经 C4 到 VSS）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AFE_ALERT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TP10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U1.20、R14 左盘、C14 左盘、J4.3 ｜ ⛔ 与 V3V3_MCU 不得通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R11 左盘、R12 右盘、R13 左盘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AFE_BOOT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侧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R12 左盘、J4.4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BOOT_SW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SW1 右列两脚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R13 右盘 ｜ ⛔ 与 V3V3_MCU 不得通（开关松开态）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AFE_SDA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R15 左盘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AFE_SCL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R16 左盘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AFE_I2C_SDA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R15 右盘、R17 右盘(X'45.45)（R17 左盘是 V3V3_MCU，别探错）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AFE_I2C_SCL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R16 右盘、R18 右盘(X'49.13)（R18 左盘是 V3V3_MCU）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V3V3_MCU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R17/R18 的左盘、SW1 左列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VSS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J5.5、R19 下盘、C* 的 VSS 端、R11 右盘、U1.3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DSG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J5.1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CHG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J5.2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EN_CHG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J5.3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J4.5 ｜ ⛔ 不得通到 VSS/V3V3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EN_DSG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J5.4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J4.6 ｜ 同上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唯一没有网络的网络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U1.11（显式 NC）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若这个盘和任何东西通了 = 桥连，必须处理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阻值预测表 ①（ALERT / BOOT / 星点 / I²C）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实测值必须写进交付记录，⛔ 不接受「通过」二字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8428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737360"/>
                <a:gridCol w="1554480"/>
                <a:gridCol w="52578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测（表笔两点）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应得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TP10 ↔ 任一 VSS 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494~504 k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R14（∥ C14）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ALERT 下拉 499 k（C-68）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TP10 ↔ V3V3_MCU(J4.7)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不通（OL）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ALERT 严禁上拉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TS1(U1.6) ↔ VSS，SW1 松开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≈10 k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BOOT 泄放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TS1 ↔ VSS，按住 SW1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明显下降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R13 + SW1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判「方向变化」，⛔ 不登记绝对值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TS1 ↔ SW1 右列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≈1 k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逐段归属判据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SW1 左列 ↔ J4.7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同网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证明 SW1 没插反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TP6 ↔ VSS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星形单点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TP6 ↔ J1.1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≈0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同网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U1.6 ↔ J4.4（经外部）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≈1 k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BOOT 串阻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J4.1 ↔ U1.4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SDA 串阻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J4.2 ↔ U1.5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R16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SCL 串阻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J4.1 ↔ J4.7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4.65~4.75 k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上拉取 3.3 V ✓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J4.2 ↔ J4.7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4.65~4.75 k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J4.7 ↔ TP9(REGOUT)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不通 / OL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上拉不得接 REGOUT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阻值预测表 ②（采样通道 / 功率腿 / 4S 短接）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26 格逐格填；本表是阻值检查，与上一页的通断检查是两件事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84280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737360"/>
                <a:gridCol w="1554480"/>
                <a:gridCol w="525780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测（表笔两点）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应得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TP4 ↔ U1.9/10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Rf（与 C1 的 Cf 配对）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TP7 ↔ TP6 路径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R9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Kelvin → SRP 滤波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TP8 ↔ RSNS_SN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SRN 滤波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TP1 ↔ U1.16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CELL1 通道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TP2 ↔ U1.15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CELL2 通道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TP3 ↔ U1.14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CELL3 通道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TP3 ↔ U1.13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R6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CELL3 → VC4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TP4 ↔ U1.12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PACK_P → VC5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TP6 ↔ U1.17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99~101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RSNS_SP → VC0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R5 左盘 ↔ R6 左盘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≈0 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 CELL3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4S 短接（K3）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四腿 ↔ 任意其它网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全部不通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功率网不得蹭到采样/数字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四腿 ↔ VSS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不通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若通 = 把 PACK_N/SW_N 短路到地（拖锡时最容易造成）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J4 任两信号脚之间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不通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THT 锡从孔里翻上来连到邻孔（K8）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DSG/CHG ↔ 任何电阻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不通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 输出被强制钳位（K5）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重点短路对 K1~K9：这几对一旦通就是「整板报废级别」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除 K3 外全部是「必须不通」；K3 反过来是「必须通」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38560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377440"/>
                <a:gridCol w="1417320"/>
                <a:gridCol w="3703320"/>
                <a:gridCol w="338328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两点之间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要求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一旦通了的后果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高危成因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PACK_N ↔ VSS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电池负端直接接地，上电即大电流/烧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脚1/4 拖锡过量流进打孔道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PACK_N ↔ SW_N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分流器被短路 =&gt; AFE 的 OCD/SCD 输入消失（C-70 的静默失效）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四腿桥锡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VC4 ↔ VC3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必须通（≈0 Ω，经 CELL3）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4S 少一路采样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反成缺陷：R5/R6 装错颗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AFE_ALERT ↔ V3V3_MCU / REGOUT / AFE_VBAT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 置 OVRD_ALERT =&gt; CHG/DSG 驱动被自动关闭（S4 层面失效）且 PD13 恒高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R14/C14 旁拖锡把 ALERT 行与 3.3 V 行连起来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DSG/CHG ↔ 任何电阻（V3V3_MCU/VSS）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 输出被强制钳位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U1.1/2 桥连到 U1.3(VSS)（脚 1-2-3 紧邻）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AFE_VBAT ↔ VSS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BAT 直接短路（只有 C1/C2/C3 并在那里）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去耦行 5 颗电容两端之间堆锡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TS1 ↔ V3V3_MCU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TS1 被持续拉高 =&gt; 污染热敏读数并违反 C-64 的「不得持续拉高」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R11/R12/R13 那一行搭桥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任一 J4 信号脚 ↔ J4.7/J4.8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上拉/地蹭到信号线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THT 锡过多从孔里翻上来连到邻孔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U1.11(NC) ↔ U1.12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必须不通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把 NC 变成 VC5 的一部分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拖焊停留过久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★ 功率铺铜拖锡加厚：范围与禁止（C-92）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装配动作，做完就回到通断表与短路对复测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7_power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86275"/>
            <a:ext cx="5989320" cy="47803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什么时候做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所有焊接之后、第一次上电之前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顺序不能反过来：拖锡要沿铺铜走一遍烙铁，先拖再焊别的，锡头会把未固定的 0805 推走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只做这两条铜带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PACK_N：J2 → R8 脚 1；② SW_N：R8 脚 4 → J3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不要在 RSNS_SP / RSNS_SN 取样走线上拖：那是 Kelvin 路径，加锡会改变取样几何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不要在 R8 四腿周围堆锡：K1/K2 一旦通 = 整板报废级别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为什么必须做（数字）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实测：两块铺铜满宽 2.84 mm/层，最窄列在 KF128 端子孔位 = 1.55 mm/层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双层并联 =&gt; 满宽截面 0.199 mm²、最窄处 0.108 mm²；按 IPC-2152 外层曲线估算：5 A ≈3 ℃ / 10 A ≈15 ℃ / 15 A ≈37 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★ 决策 = 不改 2 oz、不加宽，靠装配拖锡加厚（等效铜厚 ↑3~5 倍、零成本、当场可做、可复测）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拖锡七步 ＋ 一条净距警告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拖锡是本板最容易自己制造短路的动作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18_bottom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82665"/>
            <a:ext cx="5989320" cy="15876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6409944"/>
            <a:ext cx="5989320" cy="2743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 algn="ctr"/>
            <a:r>
              <a:rPr sz="9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底层（背面）的两条功率铜带 —— 第 ⑤ 步「反面也可拖」看这张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170432"/>
            <a:ext cx="534924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范围：只做 PACK_N 与 SW_N 这两块铺铜（见上一页）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保护：用美纹胶带盖住 R8 本体和两侧 XH 座（防止锡溅到胶壳/烫化）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上 flux：在铜带上均匀涂助焊剂（★ 干拖必然拉尖、并把绿油烫糊）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④ 拖：烙铁 360 ℃、刀头挂适量锡，沿铜带从 J2 侧向 R8 侧匀速走一遍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④ ★ 目标 = 铜面变亮、锡呈连续薄层而不是圆鼓（360 度都要走到）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④ 圆鼓 = 锡太多 = 反而把与邻铜的净距吃掉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⑤ 反面（底层）也可拖：双层缝合已实测连通（C-90），底层没有元件面阻挡，从背面补一层即可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⑥ ★ 拖完必须回通断表与短路对复测：重点回测 K1、K2 与 R8 四腿 ↔ VSS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⑦ 清洗：IPA + 软毛刷；⛔ 不要用金属刷（刮铜）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⚠️ 与「堆锡加固」只有一线之隔（§10.3）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本板常规线宽 12 mil、跨网最小铜距实测 0.180 mm（C-86/C-88）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合格形态 = 一层薄而亮的锡膜；⛔ 不是一条隆起的锡脊 —— 锡脊会把 K1/K2 的距离吃掉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判据 = 拖完后重新跑 K1 / K2 / R8↔VSS 三项并回传实测值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焊点质量与外观判据（新手对照表）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合格外观四条同时成立：光亮 · 润湿铺满焊盘 · 凹面（不是球）· 边界清楚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29284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200400"/>
                <a:gridCol w="2926080"/>
                <a:gridCol w="37947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长什么样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后果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修法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虚焊/假焊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锡呈圆球、只接触一点、用针轻挑能动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间歇断连；通断表测得出（&gt;2 Ω）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 flux 重熔 2 秒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冷焊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灰暗、颗粒、无光泽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机械强度低、电阻大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抬温重熔；⚠ 反复出现 = 烙铁回温不足或加热对象错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桥连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两盘/两脚之间连成一条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K1~K9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 flux + 干净刀头带走；吸锡带（⛔ 不要拿去吸过孔）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拉尖/锡刺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尖刺伸出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可能放电、卡线束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 flux 重熔后垂直提起烙铁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锡珠飞溅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板上散落小珠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震动后短路（延迟爆炸型）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镊子趁热夹走，或用少量 flux 收进最近的焊点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立碑/翘立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一端悬空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该点未焊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夹平重焊（0805 高发）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焊盘起翘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盘与基板有缝/变色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不可修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不许飞线：记录并退回，不得「凑合用」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孔未填满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正面看不到锡从孔里翻上来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载流不足（J2/J3/R8 上是安全隐患）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从正面补锡，让孔透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返修：允许的与不允许的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⛔ 违反不允许的一列 = 返工/退回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20272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94960"/>
                <a:gridCol w="5925312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不允许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重熔同一颗元件的同一个焊点（≤3 次）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从过孔吸锡或补焊过孔（本板过孔盖油）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拆下 SMD 用同一位置重装（同型号同值）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用飞线修补走线/焊盘（尤其 U1 区与 R8 Kelvin 区：会改变采样几何与阻抗）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拆换 SW1 / J* 等 THT 件（吸锡器从背面抽）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扩 R8 焊盘或钻大孔（C-80 明令；破坏 Kelvin 几何与 C-75 星形单点）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用少量锡填补「孔未填满」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给 ALERT 加任何上拉（K4 / C-68）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用万用表复测确认返修结果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⛔ 「堆锡加固」（在 U1 脚间或功率盘上堆大锡 = C-88 禁区）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焊完之后：上电前的台架纪律（S16~S24，⛔ 一条都不能省）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本节不属于焊接，但不照做会把刚焊好的板烧掉，因此必须一起交付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07008"/>
            <a:ext cx="11338560" cy="5440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S20 先限流电源、后电池：第一次上电必须用 14 V / 限流 2 A 的可调电源，不得直接上 4S 电池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★ 判据 = 上电后电流读数 &lt; 0.1 A、板子无发热、无异响；若电源进恒流（限流）=&gt; 立刻断电，回去查 K1~K9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S16 主回路串 15 A 保险丝；接线前用万用表先测正负极之间是否短路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S22 主回路严禁走面包板与杜邦线：J2/J3 用 KF128（≥15 A）+ 2.5 mm² 导线 / 大电流鳄鱼夹；⛔ KF301（10 A）不得用于主回路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S18 接线顺序：先接采样线束（从 B− 侧往 B+ 侧逐串）、后接主回路；拆线顺序相反 —— 本板 J1（RSNS_SP→CELL1→CELL2→CELL3→PACK_P）天然就是这个顺序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S19 任何带电插拔采样线束都视为事故（会立刻炸 AFE）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S24 低边开关 + 共地仪器 = 保护被旁路：示波器/任何接地仪器的地夹只允许接 B−（板地）；测负载侧节点必须用差分探头或双通道相减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★ 每次改接线后必须测 负载负 ↔ B− ≈ V_pack 才算接线有效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S23 严禁用干电池/1.5 V 恒压「假电池」；过渡方案只用 12 V/3 A 适配器 + MP1584，且它不能验 SOC 与保护阈值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S21 大电流（&gt;5 A）测试必须有人看护，逐级记录 MOS 与分流器温升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S17 不可燃台面 + 备干砂（锂电起火不能靠水）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ESD 与器件处置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腕带 + 防静电垫是必备项，⛔ 「只碰本体」不替代腕带；未焊完的 U1/R8 放导电泡棉或原厂编带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若某颗 U1 被怀疑静电打伤（特征：间歇、时好时坏、发热）=&gt; 换件，不要调参「救」它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待实测清单 M1~M7：焊接不承诺闭合，交付时原样挂出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如实登记，⛔ 不得声称已闭合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11128" cy="23408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7315200"/>
                <a:gridCol w="3493008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待实测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判据出处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实物孔距与封装匹配（先量后插、先插不焊）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C-80 / 开箱核对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 极性方向：静态 5 A 时 SRN_F − SRP_F ≈ +25 mV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Tech_Design §3.1.1 ⑥-1 / R8 判据 B 级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M3 螺钉头与 SW1 是否真干涉（用实际要用的螺钉试放）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C-89 / 预检 P4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J1/J5 针脚入孔顺畅（±0.08 mm 错位实感）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C-91 / XH 节距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ALERT 下降沿 τ ≤ 250 µs（示波器，499 k + 470 pF）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C-68 / ALERT 两颗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I²C 上拉实测接 3.3 V、AFE_I2C_ADDR = 0x08、CRC 每字节后有 CRC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AGENTS §0 ③④ / I²C 四颗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BOOT：TS1 出现 &gt; VBOOT 上升沿、脉冲后 ≥10 ms 才发第一条 I²C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C-64 / BOOT 三颗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交付判定表（乙方回填，甲方按此验收）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⛔ 三种不接受的交付：① 只给「焊完了、能连上 I²C」② R8 没有脚 1 标记证据而声称「应该没反」③ 表格空白或只写 OK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11128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4440"/>
                <a:gridCol w="5760720"/>
                <a:gridCol w="4315968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判据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实测/证据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D1 数量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 件齐：U1×1、R×19、C×14、J×5、SW1×1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逐位号清单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 值对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阻值预测表 26 格全部落在预测范围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实测值逐格手填（不接受「通过」二字）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D3 通断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 网全部「通」，且每网 ≤2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D4 无短路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K1~K9 全部「不通」（K3 例外：必须通）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D5 方向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 pin1 标记照片 + 三条判据复核；R8 脚 1 板边箭头照片；SW1 左右列网络复核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★ 三张照片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D6 外观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无缺陷，10× 下逐分区细查通过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放大镜照片（三区各 1 张 + U1 两排脚 2 张）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D7 功率加强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拖锡完成，且拖后 K1/K2/R8↔VSS 复测通过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复测值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D8 清洗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已清洗、晾干后再量测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目视 + R14 读出 499 k 量级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D9 上电前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台架纪律 1~6 条逐条打勾（限流 2 A、电流 &lt;0.1 A）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电源读数照片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D10 挂账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M1~M7 已如实登记（不得声称已闭合）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文字记录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 A · 全部 40 件位置一览（板相对坐标）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★ J4 的脚 1 在 X'34.15 那一端（编号方向与 J1 相反）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320272" cy="5440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148840"/>
                <a:gridCol w="3337560"/>
                <a:gridCol w="1737360"/>
                <a:gridCol w="2724912"/>
              </a:tblGrid>
              <a:tr h="2590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值 / 型号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X'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Y'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分区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4.06（跨 3.06/5.06）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mΩ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17.77/22.87/30.47/35.57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J2 / J3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KF128-5.08-2P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7.62/12.70 · 40.64/45.72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PACK_N 测试点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⚠ 无丝印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R7…R2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18.58/22.26/25.94/29.63/33.31/36.99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10.16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Rc 行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C11…C6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µF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同上六列一一对应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13.21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Cc 行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R9 / R10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41.91 / 49.53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13.72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C12 / C13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nF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40.91 / 48.53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10.67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竖放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TP6/TP7/TP8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RSNS_SP/SRP_F/SRN_F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2.03 · 40.91 · 48.53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 · 12.70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TP1~TP4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CELL1~3/PACK_P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5.08/7.62/10.16/12.70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16.76~22.86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BQ7692003PWR TSSOP-20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29.08（中心）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21.46（中心）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上排Y'24.33/下排Y'18.59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C1/C2/C3/C5/C4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4.7µ/100n/1µ/4.7µ/1µ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19.81/23.50/27.18/30.86/34.54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29.21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去耦行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 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27.18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32.77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TP9 / TP10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REGOUT / AFE_ALERT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31.45 / 34.29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30.48 / 22.86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R15~R18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100Ω/100Ω/4.7k/4.7k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37.08/40.77/44.45/48.13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32.77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I²C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R11/R12/R13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10k/1k/1k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37.08/40.77/44.45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36.58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BOOT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R14 / C14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499 k / 470 pF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48.26 / 51.94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18.59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ALERT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J1 / J4 / J5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XH 5P/8P/5P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2.54~12.70 · 16.65~34.15（脚1=34.15）· 38.10~48.26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43.31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接口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SW1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轻触 6×6×6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52.83 / 58.93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38.77 / 43.27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⚠ 近安装孔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安装孔 ×2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M3 过孔 NPTH Ø3.2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62.36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2.54 / 42.42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附录 B · 术语小卡（给完全的新手）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看不懂上面任何一页时先回这页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207008"/>
          <a:ext cx="11155680" cy="3218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905256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D65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一句话解释</a:t>
                      </a:r>
                    </a:p>
                  </a:txBody>
                  <a:tcPr marL="45720" marR="45720" marT="9144" marB="9144" anchor="ctr">
                    <a:solidFill>
                      <a:srgbClr val="1E222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THT / 通孔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针脚穿过板上的孔，从背面（或正面盘）焊住 —— 本板的 J*、SW1、R8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SMD / 贴片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元件直接躺在板面的焊盘上 —— 本板的 0805 电阻电容与 U1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0805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贴片元件尺寸 = 长 2.0 × 宽 1.25 mm；电阻电容外观几乎一样 =&gt; 只能按位号分格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TSSOP-20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 脚、两侧各 10 脚、脚距 0.65 mm 的贴片 IC —— 本板最难焊的一颗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润湿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锡像水在干净玻璃上那样摊开；⛔ 成水珠 = 没润湿 = 假焊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桥连（连锡）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两个本不该通的焊点被一条锡连起来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助焊剂（flux）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焊接时的「清洁剂」，让锡摊开、防氧化；★ 拖焊没它就必失败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Kelvin（四线）采样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大电流走两条粗脚，电压从两条细脚单独引走 =&gt; 电流路径的压降不算进读数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蜂鸣/通断档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&lt;30~50 Ω 会「嘀」一声；★ 注意 5 mΩ 的分流器在任何档位都「嘀」，通断档不能用来判它的方向</a:t>
                      </a:r>
                    </a:p>
                  </a:txBody>
                  <a:tcPr marL="45720" marR="45720" marT="9144" marB="9144" anchor="ctr">
                    <a:solidFill>
                      <a:srgbClr val="14171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VSS / GND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80" b="0">
                          <a:solidFill>
                            <a:srgbClr val="DEE2E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本板的参考地（大铜面）；本板只有 VSS，没有写 GND 的地方</a:t>
                      </a:r>
                    </a:p>
                  </a:txBody>
                  <a:tcPr marL="45720" marR="45720" marT="9144" marB="9144" anchor="ctr">
                    <a:solidFill>
                      <a:srgbClr val="0E101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7472" y="164592"/>
            <a:ext cx="11521440" cy="86868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一页速查：把这页贴在台子上</a:t>
            </a:r>
          </a:p>
          <a:p>
            <a:r>
              <a:rPr sz="1250" b="0">
                <a:solidFill>
                  <a:srgbClr val="969CA6"/>
                </a:solidFill>
                <a:latin typeface="微软雅黑"/>
                <a:ea typeface="微软雅黑"/>
                <a:cs typeface="微软雅黑"/>
              </a:rPr>
              <a:t>顺序 · 三条「不报错」的坑 · 四张必须拍的照片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24128"/>
            <a:ext cx="11457432" cy="12801"/>
          </a:xfrm>
          <a:prstGeom prst="rect">
            <a:avLst/>
          </a:prstGeom>
          <a:solidFill>
            <a:srgbClr val="464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6675120" cy="5303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焊的顺序（七阶段）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① R19（星形跳线）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② Rc 六颗 100 Ω @Y'10.16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③ Cc 六颗 1 µF @Y'13.21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④ R9/R10 + C12/C13（SRP/SRN 四件套）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⑤ 去耦行 C1~C5 + R1 ｜ ALERT：R14 + C14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⑥ I²C 四颗 → BOOT 三颗 → 接插件 J1/J4/J5/SW1（J2/J3 一起）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⑦ U1（拖焊）→ R8（先电流脚后取样脚）→ 全部之后做功率带拖锡加厚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每一步做完就查那一步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焊完 40 件再一起查，成本是当场找的 5~10 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1234440"/>
            <a:ext cx="4389120" cy="5303520"/>
          </a:xfrm>
          <a:prstGeom prst="rect">
            <a:avLst/>
          </a:prstGeom>
          <a:noFill/>
        </p:spPr>
        <p:txBody>
          <a:bodyPr wrap="square" anchor="t" lIns="18288" rIns="18288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三条「焊错不报错」的坑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① R8 转 180 度：过流保护方向反，永不断流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② SW1 转 180 度：BOOT 触发路径失效，I²C 全地址无 ACK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③ ALERT 挂上拉：AFE 自动关掉 CHG/DSG 驱动，PD13 恒高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交付必附的四张照片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① R8 实物脚 1 标记 + 板边箭头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② U1 本体 pin 1 端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③ 万用表读数逐格（通断 + 阻值）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96F0AF"/>
                </a:solidFill>
                <a:latin typeface="微软雅黑"/>
                <a:ea typeface="微软雅黑"/>
                <a:cs typeface="微软雅黑"/>
              </a:rPr>
              <a:t>④ 限流电源上电读数（&lt;0.1 A）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判据错了怎么办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78E2FC"/>
                </a:solidFill>
                <a:latin typeface="微软雅黑"/>
                <a:ea typeface="微软雅黑"/>
                <a:cs typeface="微软雅黑"/>
              </a:rPr>
              <a:t>「我写的判据」也是待核证据：现场发现某格期望值与实板不符 =&gt; 以实物为准、当场回报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 b="0">
                <a:solidFill>
                  <a:srgbClr val="FF6E5C"/>
                </a:solidFill>
                <a:latin typeface="微软雅黑"/>
                <a:ea typeface="微软雅黑"/>
                <a:cs typeface="微软雅黑"/>
              </a:rPr>
              <a:t>⛔ 不要为了「符合表格」去改板子（扩盘/割线/堆锡都是禁止项）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